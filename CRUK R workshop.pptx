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9" r:id="rId4"/>
    <p:sldId id="265" r:id="rId5"/>
    <p:sldId id="260" r:id="rId6"/>
    <p:sldId id="268" r:id="rId7"/>
    <p:sldId id="267" r:id="rId8"/>
    <p:sldId id="266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8" autoAdjust="0"/>
    <p:restoredTop sz="94660"/>
  </p:normalViewPr>
  <p:slideViewPr>
    <p:cSldViewPr snapToGrid="0">
      <p:cViewPr varScale="1">
        <p:scale>
          <a:sx n="63" d="100"/>
          <a:sy n="63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31C7E-F785-2541-9563-68EB2BAD807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FAD92-4B1E-4C4A-9595-0CB92B370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79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79B8-251C-4FDA-9889-AB5A8FFC2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C7B34-762E-4B00-8CE4-526638935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4173D-81F7-4E85-A436-92352A2D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BE4A-A918-4354-BD05-C1293980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4DF9A-8545-4DCF-9396-CC0C5D78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59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916-2E26-4CE2-8E2E-2A2CDCBD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70EF7-97B2-4737-888E-E0D0E4838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CB25D-426E-4A29-AAEF-2EA219D9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1494B-2700-4773-8905-55BF11C5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0BB05-F7DD-4B19-A023-5771662A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64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A4215-042D-4F08-8636-5A33DDDD8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38528-C89D-492F-909A-F4378E981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CD928-193E-42A3-81C6-B5317D43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EACF-CBD0-48D6-98B1-EE57159C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D799C-6EAA-4D8B-AEBD-A7183197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7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DC69-F07F-443A-9559-0BDDFB5C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2C71D-5E0A-4573-AC02-44E22A320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7D5B1-3AE1-4846-A7E1-B5B8C3E29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3FBEB-30C9-495C-A03C-AE0FF8CE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3AA73-F2C9-4E59-8A06-8CD1E2C6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D9C36-83DD-4A21-9C7B-6AEFB6F7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95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BDBF-B7C8-45C4-ACEF-DA082FA1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60A76-CAE6-4E90-80D9-7C6EC0870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4E01F-66BF-4F13-8A93-E63927EBA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43178-4AB2-40C3-9E3C-78A8A089F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E9996-F823-4D11-BBE5-929880129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5B61C-3877-4D3D-8373-DE08329B6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85D15-09F1-4F28-BF29-48A99696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156EA8-82F2-4774-AEE3-00602A53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541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1985-330D-4FB6-A571-307F5591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5F392-CE04-44BE-9D7D-1E4F60E6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3B9DC-1120-4E41-A632-50801529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FDAE6-00D7-4D27-B1D2-29AD3BE7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15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763E8-8562-476A-8673-D1530ECE7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B9764A-EC85-439C-B29C-37C4BAF31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17F8F-8CDD-4DA4-B1E0-350459C1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18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D206-CAC7-49B3-94E4-E236791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F95D-E19E-4115-BDA1-240D5543D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17F53-04A3-4295-A826-567AD6EA4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F88CF-8919-485B-BF04-464801481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33343-FCAD-409E-ACEA-F0C9D991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26F1F-F274-48A3-A681-BD1332A2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50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6D24-69CA-4249-B22D-7D63A2F4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E62EF-2C4B-4F90-8910-54AB6F0407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8368F-2F54-4856-8AA1-4CADD675D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298B1-E359-491E-B400-A300C676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1A522-4BEC-4F6B-B655-73C27AFF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E8A1C-5320-45ED-8F1C-87D68BF6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480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9268-0B76-4DCD-9CA8-A1545DDD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1CFBD-1892-4498-B1C0-2A5AD484B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816CA-E030-4B18-91CF-371EEEAF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2E9BF-1448-482E-98F6-4974F2D5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AA9C3-B66A-479B-9112-B5BD603E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86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B62B5-FD0A-4F39-B7AD-A15AACEB0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33026-47DA-433D-96D3-966BC4709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44460-4531-4B3D-84AC-412C274E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F801E-8101-4D41-8D61-98D853A3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F5471-5AD4-4F3B-AE49-DF0A5BA6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13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B4D574-8C41-4AF8-B552-43C6D1CB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44D7E-9FE3-4E1C-9067-FDE58CA35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5925E-596F-4D05-AE39-A275AE33E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B6A96-1D88-4E53-B152-D2E87FB43FC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43184-73FC-480A-80C8-C74E58AB3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41180-F503-4CD4-84FF-CE9048DD2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A1355-4F4B-4A6D-B385-D3F2697C4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01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bin/macosx/" TargetMode="External"/><Relationship Id="rId2" Type="http://schemas.openxmlformats.org/officeDocument/2006/relationships/hyperlink" Target="https://cran.r-project.org/bin/windows/bas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ivacukic/CRUK-worksho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CB59-D608-4652-B694-05F5C10D86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CRUK</a:t>
            </a:r>
            <a:br>
              <a:rPr lang="en-US" dirty="0"/>
            </a:br>
            <a:r>
              <a:rPr lang="x-none" dirty="0"/>
              <a:t>Introduction to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D6F07-C22B-4F5C-BA56-2E51B560D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8137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x-none" dirty="0"/>
              <a:t>Iva Čukić, PhD</a:t>
            </a:r>
          </a:p>
          <a:p>
            <a:r>
              <a:rPr lang="sr-Latn-RS" dirty="0"/>
              <a:t>Lecturer in Health Data Science</a:t>
            </a:r>
          </a:p>
          <a:p>
            <a:r>
              <a:rPr lang="sr-Latn-RS" dirty="0"/>
              <a:t>Manchester University</a:t>
            </a:r>
          </a:p>
          <a:p>
            <a:r>
              <a:rPr lang="sr-Latn-RS" dirty="0"/>
              <a:t>20</a:t>
            </a:r>
            <a:r>
              <a:rPr lang="en-US" dirty="0"/>
              <a:t> </a:t>
            </a:r>
            <a:r>
              <a:rPr lang="sr-Latn-RS" dirty="0"/>
              <a:t>May</a:t>
            </a:r>
            <a:r>
              <a:rPr lang="en-US" dirty="0"/>
              <a:t>,</a:t>
            </a:r>
            <a:r>
              <a:rPr lang="x-none" dirty="0"/>
              <a:t> 20</a:t>
            </a:r>
            <a:r>
              <a:rPr lang="sr-Latn-RS" dirty="0"/>
              <a:t>26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F27A3-4333-4A69-B839-01D6D7A45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916" y="2388418"/>
            <a:ext cx="1447414" cy="112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1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D05D-C526-42ED-BFEC-FEB10736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Installing R and R Studio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A3DF-6D8B-4639-A871-02D510A2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R version 4.</a:t>
            </a:r>
            <a:r>
              <a:rPr lang="sr-Latn-RS" dirty="0"/>
              <a:t>6</a:t>
            </a:r>
            <a:r>
              <a:rPr lang="en-GB" dirty="0"/>
              <a:t>.</a:t>
            </a:r>
            <a:r>
              <a:rPr lang="sr-Latn-RS" dirty="0"/>
              <a:t>0</a:t>
            </a:r>
            <a:r>
              <a:rPr lang="en-GB" dirty="0"/>
              <a:t> („</a:t>
            </a:r>
            <a:r>
              <a:rPr lang="sr-Latn-RS" dirty="0"/>
              <a:t>Because It Was There</a:t>
            </a:r>
            <a:r>
              <a:rPr lang="en-GB" dirty="0"/>
              <a:t>”)</a:t>
            </a:r>
          </a:p>
          <a:p>
            <a:pPr marL="0" lvl="0" indent="0">
              <a:buNone/>
            </a:pPr>
            <a:r>
              <a:rPr lang="en-GB" dirty="0"/>
              <a:t>Windows: </a:t>
            </a:r>
            <a:r>
              <a:rPr lang="en-GB" u="sng" dirty="0">
                <a:hlinkClick r:id="rId2"/>
              </a:rPr>
              <a:t>https://cran.r-project.org/bin/windows/base/</a:t>
            </a:r>
            <a:endParaRPr lang="sr-Latn-RS" u="sng" dirty="0"/>
          </a:p>
          <a:p>
            <a:pPr marL="0" lvl="0" indent="0">
              <a:buNone/>
            </a:pPr>
            <a:r>
              <a:rPr lang="en-GB" dirty="0"/>
              <a:t>Mac: </a:t>
            </a:r>
            <a:r>
              <a:rPr lang="en-GB" dirty="0">
                <a:hlinkClick r:id="rId3"/>
              </a:rPr>
              <a:t>https://cran.r-project.org/bin/macosx/</a:t>
            </a:r>
            <a:endParaRPr lang="en-GB" dirty="0"/>
          </a:p>
          <a:p>
            <a:pPr marL="0" lvl="0" indent="0">
              <a:buNone/>
            </a:pPr>
            <a:endParaRPr lang="en-GB" dirty="0"/>
          </a:p>
          <a:p>
            <a:pPr lvl="0"/>
            <a:r>
              <a:rPr lang="de-DE" dirty="0"/>
              <a:t>R Studio Desktop</a:t>
            </a:r>
            <a:endParaRPr lang="sr-Latn-RS" dirty="0"/>
          </a:p>
          <a:p>
            <a:pPr lvl="0"/>
            <a:r>
              <a:rPr lang="de-DE" u="sng" dirty="0"/>
              <a:t>https://posit.co/download/rstudio-desktop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4817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8897-A151-4008-9AEB-12DF4936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What does R look like?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FBECA-C977-4494-812A-D9F0FC5DC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x-none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120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Studio to the rescue! (Somewhat)</a:t>
            </a:r>
          </a:p>
        </p:txBody>
      </p:sp>
    </p:spTree>
    <p:extLst>
      <p:ext uri="{BB962C8B-B14F-4D97-AF65-F5344CB8AC3E}">
        <p14:creationId xmlns:p14="http://schemas.microsoft.com/office/powerpoint/2010/main" val="1177974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09" y="1"/>
            <a:ext cx="11084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4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Scripts</a:t>
            </a:r>
          </a:p>
          <a:p>
            <a:pPr lvl="1"/>
            <a:r>
              <a:rPr lang="en-US" dirty="0"/>
              <a:t>text file where all your code is written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spreadsheet like matrix with variables and participants</a:t>
            </a:r>
          </a:p>
          <a:p>
            <a:r>
              <a:rPr lang="en-US" dirty="0"/>
              <a:t>Console</a:t>
            </a:r>
          </a:p>
          <a:p>
            <a:pPr lvl="1"/>
            <a:r>
              <a:rPr lang="en-US" dirty="0"/>
              <a:t>where we execute our commands and see outputs</a:t>
            </a:r>
          </a:p>
          <a:p>
            <a:r>
              <a:rPr lang="en-US" dirty="0"/>
              <a:t>Tons more</a:t>
            </a:r>
          </a:p>
        </p:txBody>
      </p:sp>
    </p:spTree>
    <p:extLst>
      <p:ext uri="{BB962C8B-B14F-4D97-AF65-F5344CB8AC3E}">
        <p14:creationId xmlns:p14="http://schemas.microsoft.com/office/powerpoint/2010/main" val="144284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best friend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206" y="1455319"/>
            <a:ext cx="7621588" cy="511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6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27960"/>
            <a:ext cx="5431910" cy="3583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80" y="1324012"/>
            <a:ext cx="3759200" cy="498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895" y="1955408"/>
            <a:ext cx="26365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90653"/>
            <a:ext cx="26365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Logical</a:t>
            </a:r>
          </a:p>
        </p:txBody>
      </p:sp>
    </p:spTree>
    <p:extLst>
      <p:ext uri="{BB962C8B-B14F-4D97-AF65-F5344CB8AC3E}">
        <p14:creationId xmlns:p14="http://schemas.microsoft.com/office/powerpoint/2010/main" val="5108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9502"/>
            <a:ext cx="10515600" cy="5697461"/>
          </a:xfrm>
        </p:spPr>
        <p:txBody>
          <a:bodyPr/>
          <a:lstStyle/>
          <a:p>
            <a:r>
              <a:rPr lang="en-US" dirty="0"/>
              <a:t>Create </a:t>
            </a:r>
            <a:r>
              <a:rPr lang="sr-Latn-RS" dirty="0"/>
              <a:t>a folder for today’s session</a:t>
            </a:r>
            <a:endParaRPr lang="en-US" dirty="0"/>
          </a:p>
          <a:p>
            <a:r>
              <a:rPr lang="en-US" dirty="0"/>
              <a:t>Download </a:t>
            </a:r>
            <a:r>
              <a:rPr lang="sr-Latn-RS" dirty="0"/>
              <a:t>materials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hlinkClick r:id="rId2"/>
              </a:rPr>
              <a:t>https://github.com/ivacukic/CRUK-workshop</a:t>
            </a:r>
            <a:endParaRPr lang="sr-Latn-RS" dirty="0"/>
          </a:p>
          <a:p>
            <a:pPr lvl="1"/>
            <a:endParaRPr lang="sr-Latn-RS" dirty="0"/>
          </a:p>
          <a:p>
            <a:pPr lvl="1"/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DF172-7168-66FB-99A8-981087561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67" y="1999094"/>
            <a:ext cx="10101797" cy="485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67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148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CRUK Introduction to </vt:lpstr>
      <vt:lpstr>Installing R and R Studio</vt:lpstr>
      <vt:lpstr>What does R look like?</vt:lpstr>
      <vt:lpstr>R Studio to the rescue! (Somewhat)</vt:lpstr>
      <vt:lpstr>PowerPoint Presentation</vt:lpstr>
      <vt:lpstr>Structure</vt:lpstr>
      <vt:lpstr>Your best friend</vt:lpstr>
      <vt:lpstr>Operators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</dc:title>
  <dc:creator>ivacukic</dc:creator>
  <cp:lastModifiedBy>Iva Cukic</cp:lastModifiedBy>
  <cp:revision>66</cp:revision>
  <dcterms:created xsi:type="dcterms:W3CDTF">2018-03-05T10:17:27Z</dcterms:created>
  <dcterms:modified xsi:type="dcterms:W3CDTF">2026-05-19T15:07:44Z</dcterms:modified>
</cp:coreProperties>
</file>